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QUANTUM SYMPOSIUM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" y="10058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 Disease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Detection</a:t>
            </a:r>
            <a:endParaRPr lang="en-US" sz="5800" dirty="0"/>
          </a:p>
        </p:txBody>
      </p:sp>
      <p:sp>
        <p:nvSpPr>
          <p:cNvPr id="30" name="Text 28"/>
          <p:cNvSpPr/>
          <p:nvPr/>
        </p:nvSpPr>
        <p:spPr>
          <a:xfrm>
            <a:off x="4572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Quantum-Classical Hybrid CNN  ·  38 Crop Classes  ·  Live Inference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2011680" cy="384048"/>
          </a:xfrm>
          <a:prstGeom prst="rect">
            <a:avLst/>
          </a:prstGeom>
          <a:solidFill>
            <a:srgbClr val="A78BFA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⚛  Variational Quantum Circuit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Manasvi D R  ·  PES University, Bangalore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B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disease costs farmers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billions every year.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2697480"/>
            <a:ext cx="2606040" cy="20574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69748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834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global crops affected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160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by plant disease annually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697480"/>
            <a:ext cx="2606040" cy="20574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69748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834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$220B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00400" y="3657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loss in developing nations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4160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yearly agricultural impact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2697480"/>
            <a:ext cx="2606040" cy="20574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2697480"/>
            <a:ext cx="26060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8346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Rural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35040" y="36576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farmers lack fast diagnosis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4160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no access to expert tools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B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</a:rPr>
              <a:t>WHAT WE BUILT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916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64008" cy="1691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16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Disease Classification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trained from scratch on 70k images · 38 classes · 14 crop species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6916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64008" cy="1691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161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Grad-CAM Heatmaps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infected leaf regions — shows exactly what triggered the prediction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4114800" cy="16916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64008" cy="1691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  Quantum Classifier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Circuit replaces final layer · benchmarked vs classical head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114800" cy="16916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71800"/>
            <a:ext cx="64008" cy="1691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363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Treatment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generates actionable spray &amp; prevention advice per disease class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B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3716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8288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Leaf Image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Upload / Webcam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31720" y="187452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9152" y="17647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1828800" cy="13716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188720"/>
            <a:ext cx="18288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MobileNetV2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Feature Extractor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1280-dim vector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187452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7647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828800" cy="13716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18288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VQC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737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Variational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Quantum Circuit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1874520"/>
            <a:ext cx="1828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17647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188720"/>
            <a:ext cx="1828800" cy="137160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188720"/>
            <a:ext cx="18288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12984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Output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66560" y="1737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Class · Confidence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F0E8"/>
                </a:solidFill>
              </a:rPr>
              <a:t>Severity · Heatmap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560320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371600" y="3108960"/>
            <a:ext cx="2560320" cy="14630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0" y="310896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2186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Grad-CAM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8"/>
                </a:solidFill>
              </a:rPr>
              <a:t>Heatmap overlay 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8"/>
                </a:solidFill>
              </a:rPr>
              <a:t>original leaf image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108960"/>
            <a:ext cx="2560320" cy="14630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3108960"/>
            <a:ext cx="25603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186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Treatment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F0E8"/>
                </a:solidFill>
              </a:rPr>
              <a:t>Groq LLM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F0E8"/>
                </a:solidFill>
              </a:rPr>
              <a:t>spray + prevention plan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</a:rPr>
              <a:t>QUANTUM-CLASSICAL HYBRID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What we did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backbone: </a:t>
            </a:r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feature extractor (frozen)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head: </a:t>
            </a:r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Circuit via PennyLane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</a:t>
            </a:r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encoding of 1280-dim feature vector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Ansatz: </a:t>
            </a:r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entangling layers with trainable rotation gates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</a:t>
            </a:r>
            <a:pPr indent="0" marL="0">
              <a:buNone/>
            </a:pPr>
            <a:r>
              <a:rPr lang="en-US" sz="1100" dirty="0">
                <a:solidFill>
                  <a:srgbClr val="E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head vs Quantum head accuracy comparison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3886200"/>
          </a:xfrm>
          <a:prstGeom prst="rect">
            <a:avLst/>
          </a:prstGeom>
          <a:solidFill>
            <a:srgbClr val="1A0A2E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914400"/>
            <a:ext cx="402336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0241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572768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First quantum-classical hybrid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multi-class plant disease detection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2350008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286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Explores quantum advantage 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high-dimensional feature spaces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3127248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30632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Classical accuracy: ~95%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Quantum head: benchmarked live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3904488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38404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Negative results = valid research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The comparison IS the finding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2B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</a:rPr>
              <a:t>RESULTS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64592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Disease Classes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across 14 crop species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64592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70k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1901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 Images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PlantVillage 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20240" cy="164592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572000" y="1901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Classical 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MobileNetV2 from scratch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005840"/>
            <a:ext cx="1920240" cy="164592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100584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11556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675120" y="1901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HuggingFace Spaces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8412480" cy="109728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8036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944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</a:rPr>
              <a:t>Explainability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331012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F0E8"/>
                </a:solidFill>
              </a:rPr>
              <a:t>Grad-CAM heatmaps pinpoint infected leaf regions — validated across Apple Black Rot (100%), Tomato Early Blight (98.3%), Corn Northern Leaf Blight (53.5%). Model correctly identifies subtle lesion patterns invisible to untrained eye.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114800"/>
            <a:ext cx="64008" cy="777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187952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2F0E8"/>
                </a:solidFill>
              </a:rPr>
              <a:t>Extends InsightNet (PMC 2025) — fills all 4 gaps listed in their future work: +4x crops, auto Grad-CAM, treatment layer, deployed product + quantum exploration.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41080" y="27432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68580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1812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1080" y="109728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41080" y="1508760"/>
            <a:ext cx="73152" cy="73152"/>
          </a:xfrm>
          <a:prstGeom prst="ellipse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</a:rPr>
              <a:t>Manasvi D R  ·  PES University Bangalore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github.com/manasvidr  ·  HuggingFace Spaces (live demo)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2606040" cy="150876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7200" y="38221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Trained from scratch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696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F0E8"/>
                </a:solidFill>
              </a:rPr>
              <a:t>MobileNetV2 · 70k images · 38 classes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91840" y="3246120"/>
            <a:ext cx="2606040" cy="150876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9184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291840" y="38221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Explainable predictions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41696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F0E8"/>
                </a:solidFill>
              </a:rPr>
              <a:t>Grad-CAM heatmaps on every inference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246120"/>
            <a:ext cx="2606040" cy="1508760"/>
          </a:xfrm>
          <a:prstGeom prst="rect">
            <a:avLst/>
          </a:prstGeom>
          <a:solidFill>
            <a:srgbClr val="112B1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2648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126480" y="382219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Quantum-classical hybrid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41696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F0E8"/>
                </a:solidFill>
              </a:rPr>
              <a:t>VQC classifier · PennyLane · benchmarked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Detection — Quantum Symposium</dc:title>
  <dc:subject>PptxGenJS Presentation</dc:subject>
  <dc:creator>PptxGenJS</dc:creator>
  <cp:lastModifiedBy>PptxGenJS</cp:lastModifiedBy>
  <cp:revision>1</cp:revision>
  <dcterms:created xsi:type="dcterms:W3CDTF">2026-04-11T05:22:57Z</dcterms:created>
  <dcterms:modified xsi:type="dcterms:W3CDTF">2026-04-11T05:22:57Z</dcterms:modified>
</cp:coreProperties>
</file>